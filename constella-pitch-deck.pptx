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1097280" cy="10972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17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Constella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Payments on the Stellar Network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 platform enabling autonomous AI agents to discover,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negotiate, and transact with each other on-chain — without human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 every payment.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4434840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6002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8288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can’t pay each other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needs manual approval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spending guardrails for autonomous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agent activity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6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754880" y="16002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029200" y="18288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hold keys and sign autonomously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budget policies enforce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event streaming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audit trail on Stellar blockchain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Stellar Soroban smart contracts with cross-contract atomicity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modular Soroban smart contracts working in concert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3774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" cy="1143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deactivate, and look up agent identities on-chain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824228"/>
            <a:ext cx="292608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20440" y="1371600"/>
            <a:ext cx="23774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20440" y="1371600"/>
            <a:ext cx="45720" cy="11430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544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Policy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7033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per-tx and daily spending limits per agent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824228"/>
            <a:ext cx="292608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1371600"/>
            <a:ext cx="23774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09360" y="1371600"/>
            <a:ext cx="45720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5448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1228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Escrow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9224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execute, and refund agent-to-agent payments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731520" y="3246120"/>
            <a:ext cx="32004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31520" y="3246120"/>
            <a:ext cx="45720" cy="82296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3756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Network (Soroban RPC)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96012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with cross-contract atomicity guarantees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297680" y="3246120"/>
            <a:ext cx="23317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297680" y="3246120"/>
            <a:ext cx="45720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33756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0060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Relay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52628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+ WebSocket fan-out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995160" y="3246120"/>
            <a:ext cx="18745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995160" y="3246120"/>
            <a:ext cx="45720" cy="8229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333756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9808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72237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+ Freighter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731520" y="2971800"/>
            <a:ext cx="81381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508760"/>
            <a:ext cx="640080" cy="64008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6276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Guardrails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per-transaction and daily spending limits enforced on-chain. Agents cannot exceed their defined budget policies.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188720"/>
            <a:ext cx="24688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508760"/>
            <a:ext cx="640080" cy="64008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6276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Observability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on-chain event streams to your dashboard via WebSocket. Monitor agent payments as they happen — live.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188720"/>
            <a:ext cx="2468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18872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7223760" y="150876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6276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3796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hold their own Stellar keys and sign transactions independently. No human-in-the-loop required for approved payments.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1520" y="4251960"/>
            <a:ext cx="804672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42519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smart contracts  ·  21 unit tests  ·  Deployed on Stellar Testnet  ·  Open source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Agent Economies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building the financial infrastructure for the AI agent economy — a world where agents seamlessly pay each other for data, compute, APIs, and task completion.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Smart Contracts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Freighter wallet to Stellar Testnet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05072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 agent through the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352544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352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policies and watch autonomous payments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246120"/>
            <a:ext cx="2560320" cy="10972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github.com/arihantgh/constella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Stellar Soroban  ·  Powered by Next.js &amp; Cloudflare Workers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Constella - Autonomous Agent Payments on Stellar</dc:title>
  <dc:subject>PptxGenJS Presentation</dc:subject>
  <dc:creator>Constella</dc:creator>
  <cp:lastModifiedBy>Constella</cp:lastModifiedBy>
  <cp:revision>1</cp:revision>
  <dcterms:created xsi:type="dcterms:W3CDTF">2026-06-29T09:20:38Z</dcterms:created>
  <dcterms:modified xsi:type="dcterms:W3CDTF">2026-06-29T09:20:38Z</dcterms:modified>
</cp:coreProperties>
</file>